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org.misecure.com/index.html" TargetMode="External"/><Relationship Id="rId4" Type="http://schemas.openxmlformats.org/officeDocument/2006/relationships/hyperlink" Target="https://www.virustotal.com/gui/domain/a-0003.a-msedge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The file is </a:t>
            </a:r>
            <a:r>
              <a:rPr lang="en">
                <a:solidFill>
                  <a:srgbClr val="434343"/>
                </a:solidFill>
              </a:rPr>
              <a:t>definitely</a:t>
            </a:r>
            <a:r>
              <a:rPr lang="en">
                <a:solidFill>
                  <a:srgbClr val="434343"/>
                </a:solidFill>
              </a:rPr>
              <a:t> malicious, most of the vendors flagged this file for being malicious, it is a malware, specifically a trojan.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Multiple hashes are associated with this file.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MD5:</a:t>
            </a: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287d612e29b71c90aa54947313810a25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SHA-1:</a:t>
            </a: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8f35a9e70dbec8f1904991773f394cd4f9a07f5e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SHa:256</a:t>
            </a: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54e6ea47eb04634d3e87fd7787e2136ccfbcc80ade34f246a12cf93bab527f6b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There are a lot of contacted URLs and domains in the Relations field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997B4"/>
                </a:solidFill>
                <a:highlight>
                  <a:srgbClr val="2F3D5C"/>
                </a:highlight>
                <a:latin typeface="Roboto"/>
                <a:ea typeface="Roboto"/>
                <a:cs typeface="Roboto"/>
                <a:sym typeface="Roboto"/>
              </a:rPr>
              <a:t>T1539 - Steal Web Session Cookie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service-scan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chemeClr val="hlink"/>
                </a:solidFill>
                <a:hlinkClick r:id="rId3"/>
              </a:rPr>
              <a:t>http://org.misecure.com/index.html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104.115.151.81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a-0003.a-msedge.net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TCP 142.251.188.94:443 (www.gstatic.com)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MD5:</a:t>
            </a: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287d612e29b71c90aa54947313810a25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