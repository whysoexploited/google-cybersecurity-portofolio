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  <p:embeddedFont>
      <p:font typeface="Google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oogleSans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GoogleSans-italic.fntdata"/><Relationship Id="rId12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14" Type="http://schemas.openxmlformats.org/officeDocument/2006/relationships/font" Target="fonts/Google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744909" y="70550"/>
            <a:ext cx="5109300" cy="5109300"/>
          </a:xfrm>
          <a:prstGeom prst="ellipse">
            <a:avLst/>
          </a:prstGeom>
          <a:solidFill>
            <a:srgbClr val="E6B8AF">
              <a:alpha val="38750"/>
            </a:srgbClr>
          </a:solidFill>
          <a:ln cap="flat" cmpd="sng" w="2857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116816" y="70594"/>
            <a:ext cx="5109253" cy="5109253"/>
            <a:chOff x="2986712" y="1676962"/>
            <a:chExt cx="1854000" cy="1854000"/>
          </a:xfrm>
        </p:grpSpPr>
        <p:sp>
          <p:nvSpPr>
            <p:cNvPr id="56" name="Google Shape;56;p13"/>
            <p:cNvSpPr/>
            <p:nvPr/>
          </p:nvSpPr>
          <p:spPr>
            <a:xfrm>
              <a:off x="2986712" y="1676962"/>
              <a:ext cx="1854000" cy="1854000"/>
            </a:xfrm>
            <a:prstGeom prst="ellipse">
              <a:avLst/>
            </a:prstGeom>
            <a:solidFill>
              <a:srgbClr val="DEE7F2">
                <a:alpha val="64710"/>
              </a:srgbClr>
            </a:solidFill>
            <a:ln cap="flat" cmpd="sng" w="28575">
              <a:solidFill>
                <a:srgbClr val="A1C3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3606964" y="1726110"/>
              <a:ext cx="6135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Wireshark</a:t>
              </a:r>
              <a:endParaRPr b="1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58" name="Google Shape;58;p13"/>
          <p:cNvSpPr txBox="1"/>
          <p:nvPr/>
        </p:nvSpPr>
        <p:spPr>
          <a:xfrm>
            <a:off x="5805900" y="206050"/>
            <a:ext cx="11625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b="1"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15150" y="1366575"/>
            <a:ext cx="1120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Similarities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539766" y="1639145"/>
            <a:ext cx="27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084463" y="1149752"/>
            <a:ext cx="27777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Graphical User Interface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Packet Inspection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Statistics &amp; Visualization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Follow Streams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940200" y="1836375"/>
            <a:ext cx="10701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Capture Network Packets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Packet Analysis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Packet filtering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Pcap files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998288" y="1149752"/>
            <a:ext cx="27777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Command-Line Interface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Lightweight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Automation Friendly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Ssh friendly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0" y="0"/>
            <a:ext cx="3000000" cy="1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3CFC9"/>
                </a:solidFill>
              </a:rPr>
              <a:t>.1.139</a:t>
            </a:r>
            <a:r>
              <a:rPr lang="en" sz="1200">
                <a:solidFill>
                  <a:srgbClr val="D3CFC9"/>
                </a:solidFill>
              </a:rPr>
              <a:t>.</a:t>
            </a:r>
            <a:endParaRPr sz="1200">
              <a:solidFill>
                <a:srgbClr val="D3CFC9"/>
              </a:solidFill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1800"/>
              </a:spcBef>
              <a:spcAft>
                <a:spcPts val="0"/>
              </a:spcAft>
              <a:buClr>
                <a:srgbClr val="D3CFC9"/>
              </a:buClr>
              <a:buSzPts val="1200"/>
              <a:buAutoNum type="arabicPeriod" startAt="6"/>
            </a:pPr>
            <a:r>
              <a:t/>
            </a:r>
            <a:endParaRPr sz="1200">
              <a:solidFill>
                <a:srgbClr val="D3CFC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